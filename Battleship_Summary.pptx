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0D4FF"/>
                </a:solidFill>
                <a:latin typeface="Helvetica Neue"/>
              </a:rPr>
              <a:t>⚓ Battleship vs. AI</a:t>
            </a:r>
          </a:p>
          <a:p>
            <a:r>
              <a:rPr sz="1800" b="0">
                <a:solidFill>
                  <a:srgbClr val="8892B0"/>
                </a:solidFill>
                <a:latin typeface="Helvetica Neue"/>
              </a:rPr>
              <a:t>A browser-based Battleship game you play against an AI opponent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Helvetica Neue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0D4FF"/>
                </a:solidFill>
                <a:latin typeface="Helvetica Neue"/>
              </a:rPr>
              <a:t>•  Stack:  </a:t>
            </a:r>
            <a:r>
              <a:rPr sz="1700" b="0">
                <a:solidFill>
                  <a:srgbClr val="FFFFFF"/>
                </a:solidFill>
                <a:latin typeface="Helvetica Neue"/>
              </a:rPr>
              <a:t>Plain HTML, CSS &amp; JavaScript — no frameworks, no build step, deploys anywhere.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D4FF"/>
                </a:solidFill>
                <a:latin typeface="Helvetica Neue"/>
              </a:rPr>
              <a:t>•  Gameplay:  </a:t>
            </a:r>
            <a:r>
              <a:rPr sz="1700" b="0">
                <a:solidFill>
                  <a:srgbClr val="FFFFFF"/>
                </a:solidFill>
                <a:latin typeface="Helvetica Neue"/>
              </a:rPr>
              <a:t>Place your 5 ships, then trade shots with the AI until one fleet is sunk.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D4FF"/>
                </a:solidFill>
                <a:latin typeface="Helvetica Neue"/>
              </a:rPr>
              <a:t>•  Smart AI:  </a:t>
            </a:r>
            <a:r>
              <a:rPr sz="1700" b="0">
                <a:solidFill>
                  <a:srgbClr val="FFFFFF"/>
                </a:solidFill>
                <a:latin typeface="Helvetica Neue"/>
              </a:rPr>
              <a:t>Fires randomly until it hits, then enters “target mode” to hunt adjacent cells.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D4FF"/>
                </a:solidFill>
                <a:latin typeface="Helvetica Neue"/>
              </a:rPr>
              <a:t>•  Drag-to-place:  </a:t>
            </a:r>
            <a:r>
              <a:rPr sz="1700" b="0">
                <a:solidFill>
                  <a:srgbClr val="FFFFFF"/>
                </a:solidFill>
                <a:latin typeface="Helvetica Neue"/>
              </a:rPr>
              <a:t>Drag sideways for horizontal, up/down for vertical — with live preview &amp; undo.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D4FF"/>
                </a:solidFill>
                <a:latin typeface="Helvetica Neue"/>
              </a:rPr>
              <a:t>•  Polished UX:  </a:t>
            </a:r>
            <a:r>
              <a:rPr sz="1700" b="0">
                <a:solidFill>
                  <a:srgbClr val="FFFFFF"/>
                </a:solidFill>
                <a:latin typeface="Helvetica Neue"/>
              </a:rPr>
              <a:t>Name entry, turn indicator, hit/miss/sunk messages, start validation popup.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D4FF"/>
                </a:solidFill>
                <a:latin typeface="Helvetica Neue"/>
              </a:rPr>
              <a:t>•  Responsive:  </a:t>
            </a:r>
            <a:r>
              <a:rPr sz="1700" b="0">
                <a:solidFill>
                  <a:srgbClr val="FFFFFF"/>
                </a:solidFill>
                <a:latin typeface="Helvetica Neue"/>
              </a:rPr>
              <a:t>Fits the screen without scrolling; works on desktop &amp; touch.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D4FF"/>
                </a:solidFill>
                <a:latin typeface="Helvetica Neue"/>
              </a:rPr>
              <a:t>•  Shipped:  </a:t>
            </a:r>
            <a:r>
              <a:rPr sz="1700" b="0">
                <a:solidFill>
                  <a:srgbClr val="FFFFFF"/>
                </a:solidFill>
                <a:latin typeface="Helvetica Neue"/>
              </a:rPr>
              <a:t>Live on the web + full source in a public GitHub repo.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D4FF"/>
                </a:solidFill>
                <a:latin typeface="Helvetica Neue"/>
              </a:rPr>
              <a:t>Bugs Found &amp; How We Fixed Them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480560"/>
                <a:gridCol w="3566160"/>
              </a:tblGrid>
              <a:tr h="571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2E"/>
                          </a:solidFill>
                          <a:latin typeface="Helvetica Neue"/>
                        </a:rPr>
                        <a:t>Bug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2E"/>
                          </a:solidFill>
                          <a:latin typeface="Helvetica Neue"/>
                        </a:rPr>
                        <a:t>Root Cause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2E"/>
                          </a:solidFill>
                          <a:latin typeface="Helvetica Neue"/>
                        </a:rPr>
                        <a:t>Fix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D4FF"/>
                          </a:solidFill>
                          <a:latin typeface="Helvetica Neue"/>
                        </a:rPr>
                        <a:t>AI turn crashed the game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FFFFF"/>
                          </a:solidFill>
                          <a:latin typeface="Helvetica Neue"/>
                        </a:rPr>
                        <a:t>`cell` declared inside a loop but used outside it → ReferenceError each AI move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FFFFF"/>
                          </a:solidFill>
                          <a:latin typeface="Helvetica Neue"/>
                        </a:rPr>
                        <a:t>Re-declared cell in the correct scope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D4FF"/>
                          </a:solidFill>
                          <a:latin typeface="Helvetica Neue"/>
                        </a:rPr>
                        <a:t>AI could freeze / overflow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FFFFF"/>
                          </a:solidFill>
                          <a:latin typeface="Helvetica Neue"/>
                        </a:rPr>
                        <a:t>AI re-picked hit cells via infinite recursion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FFFFF"/>
                          </a:solidFill>
                          <a:latin typeface="Helvetica Neue"/>
                        </a:rPr>
                        <a:t>Replaced recursion with a retry while-loop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D4FF"/>
                          </a:solidFill>
                          <a:latin typeface="Helvetica Neue"/>
                        </a:rPr>
                        <a:t>Ship counts wrong across games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FFFFF"/>
                          </a:solidFill>
                          <a:latin typeface="Helvetica Neue"/>
                        </a:rPr>
                        <a:t>playerShips array never reset on a new game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FFFFF"/>
                          </a:solidFill>
                          <a:latin typeface="Helvetica Neue"/>
                        </a:rPr>
                        <a:t>Reset all placement state in initSetup()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D4FF"/>
                          </a:solidFill>
                          <a:latin typeface="Helvetica Neue"/>
                        </a:rPr>
                        <a:t>Hit counts overflowed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FFFFF"/>
                          </a:solidFill>
                          <a:latin typeface="Helvetica Neue"/>
                        </a:rPr>
                        <a:t>A sunk ship kept incrementing its 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FFFFF"/>
                          </a:solidFill>
                          <a:latin typeface="Helvetica Neue"/>
                        </a:rPr>
                        <a:t>Guard: stop counting at hits &gt;= length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D4FF"/>
                          </a:solidFill>
                          <a:latin typeface="Helvetica Neue"/>
                        </a:rPr>
                        <a:t>Buttons “didn’t work”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FFFFF"/>
                          </a:solidFill>
                          <a:latin typeface="Helvetica Neue"/>
                        </a:rPr>
                        <a:t>Listeners ran before the DOM existed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FFFFF"/>
                          </a:solidFill>
                          <a:latin typeface="Helvetica Neue"/>
                        </a:rPr>
                        <a:t>Centralized wiring in init() on DOMContentLoaded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D4FF"/>
                          </a:solidFill>
                          <a:latin typeface="Helvetica Neue"/>
                        </a:rPr>
                        <a:t>Edits never appeared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FFFFF"/>
                          </a:solidFill>
                          <a:latin typeface="Helvetica Neue"/>
                        </a:rPr>
                        <a:t>Dev server served cached 304s (stale files)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FFFFF"/>
                          </a:solidFill>
                          <a:latin typeface="Helvetica Neue"/>
                        </a:rPr>
                        <a:t>No-cache dev server + versioned assets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D4FF"/>
                          </a:solidFill>
                          <a:latin typeface="Helvetica Neue"/>
                        </a:rPr>
                        <a:t>Had to scroll to play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FFFFF"/>
                          </a:solidFill>
                          <a:latin typeface="Helvetica Neue"/>
                        </a:rPr>
                        <a:t>Fixed sizing overflowed shorter screens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FFFFF"/>
                          </a:solidFill>
                          <a:latin typeface="Helvetica Neue"/>
                        </a:rPr>
                        <a:t>Sized board from leftover viewport height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892B0"/>
                </a:solidFill>
                <a:latin typeface="Helvetica Neue"/>
              </a:rPr>
              <a:t>Process: found issues via code review + live testing, fixed the root cause (not symptoms) each time, and verified in-browser after every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